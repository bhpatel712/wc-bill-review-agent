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Precision &amp; recall vs. threshold (ablated XGBoost)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0.5</c:v>
                  </c:pt>
                  <c:pt idx="4">
                    <c:v>0.9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</c:v>
                </c:pt>
                <c:pt idx="1">
                  <c:v>0.83</c:v>
                </c:pt>
                <c:pt idx="2">
                  <c:v>0.91</c:v>
                </c:pt>
                <c:pt idx="3">
                  <c:v>0.98</c:v>
                </c:pt>
                <c:pt idx="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0.5</c:v>
                  </c:pt>
                  <c:pt idx="4">
                    <c:v>0.9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0.78</c:v>
                </c:pt>
                <c:pt idx="1">
                  <c:v>0.74</c:v>
                </c:pt>
                <c:pt idx="2">
                  <c:v>0.73</c:v>
                </c:pt>
                <c:pt idx="3">
                  <c:v>0.71</c:v>
                </c:pt>
                <c:pt idx="4">
                  <c:v>0.66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Threshold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E3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Population Stability Index (PSI) by feature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PSI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days_since_
injury</c:v>
                  </c:pt>
                  <c:pt idx="1">
                    <c:v>injury_
stage</c:v>
                  </c:pt>
                  <c:pt idx="2">
                    <c:v>provider_
specialty</c:v>
                  </c:pt>
                  <c:pt idx="3">
                    <c:v>max_units_
mue_ratio</c:v>
                  </c:pt>
                  <c:pt idx="4">
                    <c:v>all other
features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0.4546</c:v>
                </c:pt>
                <c:pt idx="1">
                  <c:v>0.2372</c:v>
                </c:pt>
                <c:pt idx="2">
                  <c:v>0.2107</c:v>
                </c:pt>
                <c:pt idx="3">
                  <c:v>0.0564</c:v>
                </c:pt>
                <c:pt idx="4">
                  <c:v>0.02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Alert threshold (0.2)</c:v>
                </c:pt>
              </c:strCache>
            </c:strRef>
          </c:tx>
          <c:spPr>
            <a:solidFill>
              <a:srgbClr val="B3282D"/>
            </a:solidFill>
            <a:ln w="25400" cap="flat">
              <a:solidFill>
                <a:srgbClr val="B328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3282D"/>
              </a:solidFill>
              <a:ln w="9525" cap="flat">
                <a:solidFill>
                  <a:srgbClr val="B328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days_since_
injury</c:v>
                  </c:pt>
                  <c:pt idx="1">
                    <c:v>injury_
stage</c:v>
                  </c:pt>
                  <c:pt idx="2">
                    <c:v>provider_
specialty</c:v>
                  </c:pt>
                  <c:pt idx="3">
                    <c:v>max_units_
mue_ratio</c:v>
                  </c:pt>
                  <c:pt idx="4">
                    <c:v>all other
features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12700" cap="flat">
              <a:solidFill>
                <a:srgbClr val="E3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10312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UPDATE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WC Bill Review &amp;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Anomaly Detection Agent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first-pass reviewer for workers’ comp medical bills — built and demonstrated end to end on synthetic data.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5550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Bhargavi Patel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5550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0" y="5550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capability demonstration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problems checked automatically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554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bill data — no real patients or claims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554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CPT/HCPCS, ICD-10-CM, NCCI &amp; MUE rule sets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1554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8972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→ model → drift check → API, all running today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 working demonstration of an AI system that reviews workers’ comp medical bills and flags four common coding problems: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unbundling, fragmented billing, diagnosis-procedure causality mismatches, and upcoding.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runs end to end today — synthetic bill generator, trained multi-label classifier, drift-monitoring pipeline, retrieval-grounded explanation agent, and a containerized web API with a working UI.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754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status update, not a funding request.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proposes a budget, a timeline, or new resources. It documents a finished piece of work and reports the honest state of its results — including where they fall short.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checks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gives it a bill ID and gets a decision on all four checks in about a second — plus, on request, a plain-language explanation grounded in the specific rule broken.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1883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Unbundling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1865376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procedures billed separately when one is already included in the other under a real NCCI “don’t bill together” edit.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54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74520" y="31181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billing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3099816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procedure code billed more times in one day than its CMS-published per-day cap (MUE) allows.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89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74520" y="4352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mismatch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9160" y="4334256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billed procedure doesn’t match the body region of the billed diagnosis — e.g. a wrist injury billed against knee surgery.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623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623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74520" y="5586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Upcoding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9160" y="5568696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office-visit code billed at a higher complexity level than the documentation supports.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six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bill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585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builds thousands of bills against real coding tables; ~1 in 5 gets one violation injected, so the answer is always known.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673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2585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data becomes a feature table — direct rule features plus indirect signals like code-pair rarity and provider peer deviation.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1673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2585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XGBoost multi-label classifier scores all four checks independently and simultaneously.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822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confirmation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4074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non-AI checker confirms the exact billing code responsible — free, local, always consistent.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822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explanation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44074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request, a RAG agent retrieves the exact broken rule and asks a hosted LLM to explain it in plain language.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23960" y="3822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44074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a FastAPI service with a chat-style UI, packaged as a Docker container.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 isn’t the real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/ 1.0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recall, all four labels, every threshold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3977640"/>
            <a:ext cx="34747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9728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meaningful result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19659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engineered features are, by construction, an exact restatement of the same rule used to generate the label. A model handed the answer as a feature will always find the answer.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394960" y="33375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it’s actually good for: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pipeline sanity check — confirming the feature and label pipelines agree — not evidence the model learned anything a hard-coded rule couldn’t already do.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943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 reports the ablation evaluation — the real signal, with the rule-restatement features removed.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evaluation — the real signal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Rule-restatement features removed, leaving only indirect signal (code-pair rarity, provider peer deviation, raw units/charges, and two independent documentation fields for upcoding).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5760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Unbundling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33"/>
                          </a:solidFill>
                        </a:rPr>
                        <a:t>0.97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33"/>
                          </a:solidFill>
                        </a:rPr>
                        <a:t>0.85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Recovers well — code-pair rarity + surgical-code flags carry real signal.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Fragmented billing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33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33"/>
                          </a:solidFill>
                        </a:rPr>
                        <a:t>0.93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Recovers well — raw billed units alone is a strong tell.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Causality mismatch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3282D"/>
                          </a:solidFill>
                        </a:rPr>
                        <a:t>0.50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3282D"/>
                          </a:solidFill>
                        </a:rPr>
                        <a:t>0.03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Collapses. The honest finding — see next slide's note.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Upcoding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33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33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Stays strong — documentation fields here are genuinely independent, not a restatement.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CEAEA"/>
          </a:solidFill>
          <a:ln w="12700">
            <a:solidFill>
              <a:srgbClr val="B328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mismatch is the one check that doesn’t yet work standalone.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direct rule feature, neither model reliably catches it. Concrete next step (already identified): add the diagnosis’s own body region as an explicit feature, mirroring the injury’s body region — flagged as a known follow-up, not hidden.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the operating threshold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(a missed coding error) cost more here than false positives (a reviewer checks a clean bill) — so the threshold leans toward recall.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691640"/>
            <a:ext cx="4069080" cy="4206240"/>
          </a:xfrm>
          <a:prstGeom prst="roundRect">
            <a:avLst>
              <a:gd name="adj" fmla="val 179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DEFAULT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2194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≈ 0.3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8181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18120" y="3822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058400" y="3822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18120" y="44439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/ 800 bills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44439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18120" y="5065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missed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058400" y="5065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18120" y="5440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starting point, not a final answer — to be tuned against real reviewer capacity.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AI explanations (opt-in)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confirmed first, then explained — never asked to recall or guess coding rules from its own general knowledge.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flagged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flags a violation type on a bill.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23317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retrieved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broken rule text is looked up from a local vector store.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955280" y="1828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turns that confirmed fact into plain language, grounded in this bill's numbers.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retrieval strategies, by check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44348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Unbundling / fragmented billing — 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metadata lookup, since the rule is already known.
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mismatch / upcoding — 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concept documents; verified to rank the right concept first.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38862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E6F4EA"/>
          </a:solidFill>
          <a:ln w="12700">
            <a:solidFill>
              <a:srgbClr val="1E7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real runs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55080" y="44348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local embeddings, real retrieval, real Azure OpenAI generation for all four checks — every explanation stayed grounded in the retrieved rule text and the bill’s own facts, with no invented codes. Generation is the only part of the system with a real per-call cost, so it’s strictly opt-in.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monitoring caught a real shift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CPT/HCPCS, ICD-10-CM, NCCI, and MUE tables are revised on fixed CMS/AMA schedules — a model can silently go stale as the rules move. A synthetic “claims staying open longer” scenario was run through the detector: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745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CEAEA"/>
          </a:solidFill>
          <a:ln w="12700">
            <a:solidFill>
              <a:srgbClr val="B328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 alerted (PSI ≥ 0.2)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18120" y="23774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days_since_injury and injury_stage are the real, deliberate signal. provider_specialty likely alerted from sampling noise on a small categorical feature — stated plainly, not hidden.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388620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6F4EA"/>
          </a:solidFill>
          <a:ln w="12700">
            <a:solidFill>
              <a:srgbClr val="1E7A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correctly recommended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18120" y="43891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rule requires 2+ independently-alerted features, not any single one — exactly to avoid one noisy feature causing a false retrain. This run crossed that bar for the right reason.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Packaged as a container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8658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40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system — trained model, vector store, code, dependencies — is a single Docker image that runs identically on any machine.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11810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718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Python environment setup needed to run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7530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4290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Azure OpenAI credentials are never baked into the image — supplied only at container-run time, so the image stays safe to share.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3068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1605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 successfully as a real container, including the full explanation-generation feature working inside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1554480"/>
            <a:ext cx="4526280" cy="4206240"/>
          </a:xfrm>
          <a:prstGeom prst="roundRect">
            <a:avLst>
              <a:gd name="adj" fmla="val 1739"/>
            </a:avLst>
          </a:prstGeom>
          <a:solidFill>
            <a:srgbClr val="FCEAEA"/>
          </a:solidFill>
          <a:ln w="12700">
            <a:solidFill>
              <a:srgbClr val="B328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done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(Azure) deployment.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15200" y="2606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runs correctly locally; it has not been pushed to a cloud registry or stood up as a hosted, internet-reachable service. Stated here explicitly rather than implied as complete.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 / NumPy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1993392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data-science foundation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5727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XGBoost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62272" y="1993392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modeling, strong on tabular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5727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(SQLite)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11312" y="1993392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training run, no server needed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80360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3300984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storage for coding-rule reference tables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277063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2880360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62272" y="3300984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retrieval + prompting together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277063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880360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11312" y="3300984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for rule-text retrieval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187952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3232" y="4608576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free embeddings — rules barely change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4078224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4187952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62272" y="4608576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LLM for plain-language generation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4078224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4187952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Uvicorn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11312" y="4608576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 + auto-generated API docs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385816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5495544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3232" y="5916168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self-contained chat UI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97680" y="5385816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62272" y="5495544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462272" y="5916168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image, runs identically anywhere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9105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rule engine + synthetic bill generator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89720" y="1545336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9" name="Text 7"/>
          <p:cNvSpPr/>
          <p:nvPr/>
        </p:nvSpPr>
        <p:spPr>
          <a:xfrm>
            <a:off x="9189720" y="154533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57984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28600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157984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+ anomaly detection models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89720" y="224028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2402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98094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852928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registry + drift detection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89720" y="2935224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93522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47872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67588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547872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explanation agent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89720" y="3630168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27" name="Text 25"/>
          <p:cNvSpPr/>
          <p:nvPr/>
        </p:nvSpPr>
        <p:spPr>
          <a:xfrm>
            <a:off x="9189720" y="36301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42816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37083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4242816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narrative generator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189720" y="4325112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FBF1DD"/>
          </a:solidFill>
          <a:ln/>
        </p:spPr>
      </p:sp>
      <p:sp>
        <p:nvSpPr>
          <p:cNvPr id="33" name="Text 31"/>
          <p:cNvSpPr/>
          <p:nvPr/>
        </p:nvSpPr>
        <p:spPr>
          <a:xfrm>
            <a:off x="9189720" y="432511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cut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06577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71600" y="493776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+ Docker packaging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189720" y="5020056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39" name="Text 37"/>
          <p:cNvSpPr/>
          <p:nvPr/>
        </p:nvSpPr>
        <p:spPr>
          <a:xfrm>
            <a:off x="9189720" y="50200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632704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576072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5760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71600" y="5632704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(Azure) deployment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189720" y="571500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</p:sp>
      <p:sp>
        <p:nvSpPr>
          <p:cNvPr id="45" name="Text 43"/>
          <p:cNvSpPr/>
          <p:nvPr/>
        </p:nvSpPr>
        <p:spPr>
          <a:xfrm>
            <a:off x="9189720" y="57150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|  Project status update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784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in this report — the evaluation scores, the drift-detection results, the threshold tradeoffs — comes from a real, reproducible run of the code in this repository. Nothing here is an estimate or a projection.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4206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of this update is to give an accurate picture of a finished piece of work — including the parts that don’t yet work perfectly — rather than a more polished story than the results support.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Bill Review &amp; Code Anomaly Detection Agent  —  Bhargavi Patel  —  September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2026-09-09T19:01:34Z</dcterms:created>
  <dcterms:modified xsi:type="dcterms:W3CDTF">2026-09-09T19:01:34Z</dcterms:modified>
</cp:coreProperties>
</file>