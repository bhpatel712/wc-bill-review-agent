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10-MINUTE TALK SCRIPT — read alongside the one slide, left to right.
[0:00–0:45] OPEN
"Today I want to walk you through a project I built end to end: an AI system that reviews workers' comp medical bills and catches coding problems automatically. Everything you'll see was built and tested on 100% synthetic data — no real patients, providers, or claims anywhere — but it's checked against real, publicly published coding rules: CPT/HCPCS, ICD-10-CM, NCCI edit pairs, and CMS's MUE tables. This is a status update on a finished piece of work, not a pitch for new resources."
[0:45–2:15] THE BUSINESS ISSUE (left panel)
"Start with the problem. When a workers' comp bill comes in, someone has to check it against a large, constantly-changing rulebook — is this procedure pair allowed together, was this code billed too many times today, does the treatment even match the injury, was the visit coded at a level the documentation supports? Doing that by hand, line by line, on every bill doesn't scale. And when a reviewer misses one, it's not a rounding error — it's either money paid out on a bill that should have been caught, or, if you overcorrect, reviewer time wasted chasing bills that are actually fine. Four problems recur most often: unbundling, fragmented billing, causality mismatches, and upcoding — and that's exactly what this system targets."
[2:15–4:00] THE APPROACH — the RAG process (second panel)
"So the approach: automate the first pass, but keep it grounded in the real rules rather than a model's best guess. Four steps, and I want to slow down on the last two because they're a real RAG pipeline, not just a label. Step one — score every bill against the actual coding-rule tables. Step two — confirm the violation deterministically; a plain rule-checker, never a guess. Step three — retrieve the exact rule text the bill broke, from a local vector store. Step four — only then does a language model generate the explanation, grounded in that retrieved text. That's retrieval-augmented generation in practice: the model is never asked to recall coding rules from its own memory, it's handed the specific, already-confirmed rule and asked to explain it in plain language."
[4:00–6:00] WHAT WAS BUILT (third panel)
"That approach turned into five real pieces, and I want to be specific because this is what's actually running today, not a plan. One — a synthetic bill generator that builds thousands of realistic bills against the real rule tables. Two — an XGBoost model that scores all four checks at once, not just a single flag. Three — a drift-monitoring pipeline, because these coding rules get revised quarterly and annually by CMS and AMA, so a model can go stale without warning; this includes a retraining trigger. Four — the RAG explanation agent itself: a Chroma vector store holding the rule text, retrieved and handed to Azure OpenAI for generation. And five — it's all wrapped in a FastAPI web service with a working chat UI, and packaged as a single Docker container that runs the same way on any machine. You give it one command and it's up."
[6:00–8:30] THE RESULT (fourth panel) — spend the most time here, this is the honest core
"Now the results, and I want to be upfront: the first evaluation I ran looked perfect — 1.0 precision and recall on everything — and that number is misleading, not impressive. Several features I engineered were literally restatements of the rule that generated the label, so of course the model found them. The real test is the ablation evaluation, where I stripped those out. And that's what's on the slide: unbundling and fragmented billing recover strongly — 97 and 100 percent precision. Upcoding stays perfect because it has genuinely independent documentation fields behind it. Causality mismatch collapses — 50 percent precision, 3 percent recall — and that's the honest finding of this whole project. Without a direct rule feature, the model doesn't have enough independent signal yet. I know exactly why, and I know the fix — add the diagnosis's own body region as a feature — I just haven't built it yet, and I'd rather tell you that than hide it. At the operating threshold I'd recommend as a starting point, about 9 in 10 flags are real and it catches roughly three-quarters of violations, because in this domain a missed violation costs more than a reviewer double-checking a clean bill. On the RAG side specifically: I ran it end to end for real — real retrieval, real generation — and every explanation it produced stayed grounded in the retrieved rule text and the bill's own facts, no invented codes, no outside-knowledge claims. Unlike the oncology project I also built, this retrieval pipeline is actually wired into the live agent, not just validated separately."
[8:30–9:40] STATUS &amp; CLOSE
"Where this stands: weeks one through four are complete, plus a partial week six — the API and Docker packaging both work. What's not done is explicit, not implied: a fine-tuned narrative generator was scoped and deliberately cut for cost reasons, and cloud deployment to Azure hasn't happened — the container runs correctly locally, it just hasn't been pushed and hosted yet. Every number I showed you today came from a real, reproducible run of this code, with fixed seeds — nothing here is an estimate."
[9:40–10:00] INVITE QUESTIONS
"That's the full arc — issue, the RAG-grounded approach, what's built, and an honest read of the results. Happy to go deeper on any piece — the model evaluation, the drift monitoring, or the RAG retrieval step itself."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WC BILL REVIEW &amp; CODE ANOMALY DETECTION AGENT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issue to result — a completed capability demonstration, on 100% synthetic data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235440" y="301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Bhargavi Patel  |  September 2026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2691308" cy="310896"/>
          </a:xfrm>
          <a:prstGeom prst="roundRect">
            <a:avLst>
              <a:gd name="adj" fmla="val 50000"/>
            </a:avLst>
          </a:prstGeom>
          <a:solidFill>
            <a:srgbClr val="B3282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78992"/>
            <a:ext cx="269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ISSUE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2691308" cy="3383280"/>
          </a:xfrm>
          <a:prstGeom prst="roundRect">
            <a:avLst>
              <a:gd name="adj" fmla="val 2378"/>
            </a:avLst>
          </a:prstGeom>
          <a:solidFill>
            <a:srgbClr val="FFFFFF"/>
          </a:solidFill>
          <a:ln w="12700">
            <a:solidFill>
              <a:srgbClr val="B3282D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" y="1645920"/>
            <a:ext cx="23621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bill review doesn’t scale.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can’t line-by-line check every bill against CMS/AMA coding rules.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" y="2706624"/>
            <a:ext cx="73152" cy="73152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15184"/>
            <a:ext cx="2179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Unbundling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" y="3090672"/>
            <a:ext cx="73152" cy="73152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2999232"/>
            <a:ext cx="2179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billing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" y="3474720"/>
            <a:ext cx="73152" cy="73152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3383280"/>
            <a:ext cx="2179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 mismatch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" y="3858768"/>
            <a:ext cx="73152" cy="73152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3767328"/>
            <a:ext cx="2179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" y="4087368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miss is either lost recovery (a real coding error pays out) or wasted reviewer time.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03956" y="1078992"/>
            <a:ext cx="2691308" cy="31089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3303956" y="1078992"/>
            <a:ext cx="269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03956" y="1481328"/>
            <a:ext cx="2691308" cy="3383280"/>
          </a:xfrm>
          <a:prstGeom prst="roundRect">
            <a:avLst>
              <a:gd name="adj" fmla="val 2378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68548" y="1618488"/>
            <a:ext cx="2362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first pass, grounded in real rules: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96564" y="2176272"/>
            <a:ext cx="0" cy="164592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68548" y="2048256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8548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16020" y="1975104"/>
            <a:ext cx="2014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bill  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real CPT/HCPCS, ICD-10-CM, NCCI &amp; MUE rules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3468548" y="2596896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68548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16020" y="2523744"/>
            <a:ext cx="2014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violation  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deterministically — a rule check, never a guess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3468548" y="3145536"/>
            <a:ext cx="256032" cy="256032"/>
          </a:xfrm>
          <a:prstGeom prst="ellipse">
            <a:avLst/>
          </a:prstGeom>
          <a:solidFill>
            <a:srgbClr val="B8860B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8548" y="314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16020" y="3072384"/>
            <a:ext cx="2014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exact rule  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search over the rule text (RAG)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3468548" y="3694176"/>
            <a:ext cx="256032" cy="256032"/>
          </a:xfrm>
          <a:prstGeom prst="ellipse">
            <a:avLst/>
          </a:prstGeom>
          <a:solidFill>
            <a:srgbClr val="B8860B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68548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16020" y="3621024"/>
            <a:ext cx="2014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explanation  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writes it in plain language, opt-in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3468548" y="429768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3–4 are the RAG process: retrieve the real rule, then generate an explanation grounded in it — never asked to recall coding rules from memory.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96432" y="1078992"/>
            <a:ext cx="2691308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6196432" y="1078992"/>
            <a:ext cx="269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96432" y="1481328"/>
            <a:ext cx="2691308" cy="3383280"/>
          </a:xfrm>
          <a:prstGeom prst="roundRect">
            <a:avLst>
              <a:gd name="adj" fmla="val 2378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61024" y="170992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543904" y="1609344"/>
            <a:ext cx="21792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bill generator (real coding-rule tables)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61024" y="2276856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6543904" y="2176272"/>
            <a:ext cx="21792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multi-label classifier — 4 checks at once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61024" y="2843784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6543904" y="2743200"/>
            <a:ext cx="21792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+ a 2-feature retraining trigger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61024" y="3410712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6543904" y="3310128"/>
            <a:ext cx="21792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explanation agent (Chroma retrieval + Azure OpenAI)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61024" y="3977640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6543904" y="3877056"/>
            <a:ext cx="21792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+ working chat UI, packaged in Docker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61024" y="4361688"/>
            <a:ext cx="23621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end to end today, on demand, from a single command.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088907" y="1078992"/>
            <a:ext cx="2691308" cy="310896"/>
          </a:xfrm>
          <a:prstGeom prst="roundRect">
            <a:avLst>
              <a:gd name="adj" fmla="val 50000"/>
            </a:avLst>
          </a:prstGeom>
          <a:solidFill>
            <a:srgbClr val="1E7A33"/>
          </a:solidFill>
          <a:ln/>
        </p:spPr>
      </p:sp>
      <p:sp>
        <p:nvSpPr>
          <p:cNvPr id="52" name="Text 50"/>
          <p:cNvSpPr/>
          <p:nvPr/>
        </p:nvSpPr>
        <p:spPr>
          <a:xfrm>
            <a:off x="9088907" y="1078992"/>
            <a:ext cx="269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088907" y="1481328"/>
            <a:ext cx="2691308" cy="3383280"/>
          </a:xfrm>
          <a:prstGeom prst="roundRect">
            <a:avLst>
              <a:gd name="adj" fmla="val 2378"/>
            </a:avLst>
          </a:prstGeom>
          <a:solidFill>
            <a:srgbClr val="E6F4EA"/>
          </a:solidFill>
          <a:ln w="12700">
            <a:solidFill>
              <a:srgbClr val="1E7A33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253499" y="1609344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— real, ablated evaluation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253499" y="1920240"/>
            <a:ext cx="1560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Unbundling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649866" y="1920240"/>
            <a:ext cx="9657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/ 85%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253499" y="2286000"/>
            <a:ext cx="1560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billing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0649866" y="2286000"/>
            <a:ext cx="9657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/ 93%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253499" y="2651760"/>
            <a:ext cx="1560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Upcoding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0649866" y="2651760"/>
            <a:ext cx="9657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/ 100%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253499" y="3017520"/>
            <a:ext cx="1560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 mismatch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0649866" y="3017520"/>
            <a:ext cx="9657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/ 3%  (honest gap)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253499" y="3447288"/>
            <a:ext cx="2362124" cy="0"/>
          </a:xfrm>
          <a:prstGeom prst="line">
            <a:avLst/>
          </a:prstGeom>
          <a:noFill/>
          <a:ln w="9525">
            <a:solidFill>
              <a:srgbClr val="1E7A33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9253499" y="3538728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t≈0.3: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of flags are real, catching ~73% of violations.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253499" y="3995928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explanations: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real runs — every explanation stayed grounded in the retrieved rule, no invented codes.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038780" y="294436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5931256" y="294436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8823731" y="294436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69" name="Shape 67"/>
          <p:cNvSpPr/>
          <p:nvPr/>
        </p:nvSpPr>
        <p:spPr>
          <a:xfrm>
            <a:off x="411480" y="5047488"/>
            <a:ext cx="11368735" cy="621792"/>
          </a:xfrm>
          <a:prstGeom prst="roundRect">
            <a:avLst>
              <a:gd name="adj" fmla="val 1029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5047488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 and 6 (partial) complete — reference engine, models, drift monitoring, explanation agent, API + Docker. 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done: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(cut on cost grounds) and cloud (Azure) deployment.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22960" y="5824728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status update, not a funding request — every number on this slide comes from a real, reproducible run of this code, with fixed seeds.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2026-09-10T17:37:43Z</dcterms:created>
  <dcterms:modified xsi:type="dcterms:W3CDTF">2026-09-10T17:37:43Z</dcterms:modified>
</cp:coreProperties>
</file>